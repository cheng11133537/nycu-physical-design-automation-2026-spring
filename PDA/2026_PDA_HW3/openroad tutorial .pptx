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5" r:id="rId3"/>
    <p:sldId id="276" r:id="rId4"/>
    <p:sldId id="271" r:id="rId5"/>
    <p:sldId id="278" r:id="rId6"/>
    <p:sldId id="279" r:id="rId7"/>
    <p:sldId id="273" r:id="rId8"/>
    <p:sldId id="285" r:id="rId9"/>
    <p:sldId id="272" r:id="rId10"/>
    <p:sldId id="274" r:id="rId11"/>
    <p:sldId id="284" r:id="rId12"/>
    <p:sldId id="277" r:id="rId13"/>
    <p:sldId id="280" r:id="rId14"/>
    <p:sldId id="281" r:id="rId15"/>
    <p:sldId id="282" r:id="rId16"/>
    <p:sldId id="283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5EE"/>
    <a:srgbClr val="EEF2F7"/>
    <a:srgbClr val="2F5597"/>
    <a:srgbClr val="DDEBF7"/>
    <a:srgbClr val="B1D2ED"/>
    <a:srgbClr val="99C4E7"/>
    <a:srgbClr val="C5E0B4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C33D1-2842-4796-AAC8-6C27B4C05A85}" v="158" dt="2024-09-27T07:43:52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89" autoAdjust="0"/>
    <p:restoredTop sz="94713" autoAdjust="0"/>
  </p:normalViewPr>
  <p:slideViewPr>
    <p:cSldViewPr snapToGrid="0">
      <p:cViewPr varScale="1">
        <p:scale>
          <a:sx n="85" d="100"/>
          <a:sy n="85" d="100"/>
        </p:scale>
        <p:origin x="2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18"/>
    </p:cViewPr>
  </p:sorterViewPr>
  <p:notesViewPr>
    <p:cSldViewPr snapToGrid="0">
      <p:cViewPr varScale="1">
        <p:scale>
          <a:sx n="128" d="100"/>
          <a:sy n="128" d="100"/>
        </p:scale>
        <p:origin x="4686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敬堯 翁" userId="05c43c4c882c1127" providerId="LiveId" clId="{F14C33D1-2842-4796-AAC8-6C27B4C05A85}"/>
    <pc:docChg chg="undo custSel addSld delSld modSld">
      <pc:chgData name="敬堯 翁" userId="05c43c4c882c1127" providerId="LiveId" clId="{F14C33D1-2842-4796-AAC8-6C27B4C05A85}" dt="2024-09-27T07:57:56.729" v="3800" actId="1076"/>
      <pc:docMkLst>
        <pc:docMk/>
      </pc:docMkLst>
      <pc:sldChg chg="modSp mod">
        <pc:chgData name="敬堯 翁" userId="05c43c4c882c1127" providerId="LiveId" clId="{F14C33D1-2842-4796-AAC8-6C27B4C05A85}" dt="2024-09-27T07:57:56.729" v="3800" actId="1076"/>
        <pc:sldMkLst>
          <pc:docMk/>
          <pc:sldMk cId="1237072968" sldId="256"/>
        </pc:sldMkLst>
        <pc:spChg chg="mod">
          <ac:chgData name="敬堯 翁" userId="05c43c4c882c1127" providerId="LiveId" clId="{F14C33D1-2842-4796-AAC8-6C27B4C05A85}" dt="2024-09-27T07:57:56.729" v="3800" actId="1076"/>
          <ac:spMkLst>
            <pc:docMk/>
            <pc:sldMk cId="1237072968" sldId="256"/>
            <ac:spMk id="2" creationId="{00000000-0000-0000-0000-000000000000}"/>
          </ac:spMkLst>
        </pc:spChg>
        <pc:spChg chg="mod">
          <ac:chgData name="敬堯 翁" userId="05c43c4c882c1127" providerId="LiveId" clId="{F14C33D1-2842-4796-AAC8-6C27B4C05A85}" dt="2024-09-27T07:57:47.770" v="3799" actId="1076"/>
          <ac:spMkLst>
            <pc:docMk/>
            <pc:sldMk cId="1237072968" sldId="256"/>
            <ac:spMk id="3" creationId="{00000000-0000-0000-0000-000000000000}"/>
          </ac:spMkLst>
        </pc:spChg>
      </pc:sldChg>
      <pc:sldChg chg="modSp new mod">
        <pc:chgData name="敬堯 翁" userId="05c43c4c882c1127" providerId="LiveId" clId="{F14C33D1-2842-4796-AAC8-6C27B4C05A85}" dt="2024-09-27T05:53:04.853" v="797" actId="20577"/>
        <pc:sldMkLst>
          <pc:docMk/>
          <pc:sldMk cId="160113775" sldId="257"/>
        </pc:sldMkLst>
        <pc:spChg chg="mod">
          <ac:chgData name="敬堯 翁" userId="05c43c4c882c1127" providerId="LiveId" clId="{F14C33D1-2842-4796-AAC8-6C27B4C05A85}" dt="2024-09-27T05:33:04.215" v="153" actId="20577"/>
          <ac:spMkLst>
            <pc:docMk/>
            <pc:sldMk cId="160113775" sldId="257"/>
            <ac:spMk id="2" creationId="{6C8EBB8F-5799-605E-10F2-DC86140E6230}"/>
          </ac:spMkLst>
        </pc:spChg>
        <pc:spChg chg="mod">
          <ac:chgData name="敬堯 翁" userId="05c43c4c882c1127" providerId="LiveId" clId="{F14C33D1-2842-4796-AAC8-6C27B4C05A85}" dt="2024-09-27T05:53:04.853" v="797" actId="20577"/>
          <ac:spMkLst>
            <pc:docMk/>
            <pc:sldMk cId="160113775" sldId="257"/>
            <ac:spMk id="3" creationId="{FD372468-33DB-6B5F-8D55-25B6E28A992B}"/>
          </ac:spMkLst>
        </pc:spChg>
      </pc:sldChg>
      <pc:sldChg chg="modSp new mod">
        <pc:chgData name="敬堯 翁" userId="05c43c4c882c1127" providerId="LiveId" clId="{F14C33D1-2842-4796-AAC8-6C27B4C05A85}" dt="2024-09-27T05:53:12.227" v="808" actId="5793"/>
        <pc:sldMkLst>
          <pc:docMk/>
          <pc:sldMk cId="341294020" sldId="258"/>
        </pc:sldMkLst>
        <pc:spChg chg="mod">
          <ac:chgData name="敬堯 翁" userId="05c43c4c882c1127" providerId="LiveId" clId="{F14C33D1-2842-4796-AAC8-6C27B4C05A85}" dt="2024-09-27T05:46:08.912" v="500"/>
          <ac:spMkLst>
            <pc:docMk/>
            <pc:sldMk cId="341294020" sldId="258"/>
            <ac:spMk id="2" creationId="{F9721E9D-346E-E216-CB5C-FF08E64CF80B}"/>
          </ac:spMkLst>
        </pc:spChg>
        <pc:spChg chg="mod">
          <ac:chgData name="敬堯 翁" userId="05c43c4c882c1127" providerId="LiveId" clId="{F14C33D1-2842-4796-AAC8-6C27B4C05A85}" dt="2024-09-27T05:53:12.227" v="808" actId="5793"/>
          <ac:spMkLst>
            <pc:docMk/>
            <pc:sldMk cId="341294020" sldId="258"/>
            <ac:spMk id="3" creationId="{E911FC0D-CFC3-E724-1D3D-D652B019FF77}"/>
          </ac:spMkLst>
        </pc:spChg>
      </pc:sldChg>
      <pc:sldChg chg="addSp delSp modSp new mod">
        <pc:chgData name="敬堯 翁" userId="05c43c4c882c1127" providerId="LiveId" clId="{F14C33D1-2842-4796-AAC8-6C27B4C05A85}" dt="2024-09-27T06:08:22.428" v="1095" actId="1076"/>
        <pc:sldMkLst>
          <pc:docMk/>
          <pc:sldMk cId="1545447470" sldId="259"/>
        </pc:sldMkLst>
        <pc:spChg chg="mod">
          <ac:chgData name="敬堯 翁" userId="05c43c4c882c1127" providerId="LiveId" clId="{F14C33D1-2842-4796-AAC8-6C27B4C05A85}" dt="2024-09-27T05:54:01.651" v="830" actId="115"/>
          <ac:spMkLst>
            <pc:docMk/>
            <pc:sldMk cId="1545447470" sldId="259"/>
            <ac:spMk id="2" creationId="{93FB57F0-CC0A-FEB7-4AE5-6610C74E3C6D}"/>
          </ac:spMkLst>
        </pc:spChg>
        <pc:spChg chg="mod">
          <ac:chgData name="敬堯 翁" userId="05c43c4c882c1127" providerId="LiveId" clId="{F14C33D1-2842-4796-AAC8-6C27B4C05A85}" dt="2024-09-27T06:04:09.927" v="1037" actId="20577"/>
          <ac:spMkLst>
            <pc:docMk/>
            <pc:sldMk cId="1545447470" sldId="259"/>
            <ac:spMk id="3" creationId="{C311AA9E-DE4B-4F41-BD7C-620B6DCEA566}"/>
          </ac:spMkLst>
        </pc:spChg>
        <pc:spChg chg="add mod">
          <ac:chgData name="敬堯 翁" userId="05c43c4c882c1127" providerId="LiveId" clId="{F14C33D1-2842-4796-AAC8-6C27B4C05A85}" dt="2024-09-27T06:07:35.953" v="1087" actId="1076"/>
          <ac:spMkLst>
            <pc:docMk/>
            <pc:sldMk cId="1545447470" sldId="259"/>
            <ac:spMk id="11" creationId="{46591E05-FF6C-E094-A2D0-85C50DB5BB46}"/>
          </ac:spMkLst>
        </pc:spChg>
        <pc:spChg chg="add mod">
          <ac:chgData name="敬堯 翁" userId="05c43c4c882c1127" providerId="LiveId" clId="{F14C33D1-2842-4796-AAC8-6C27B4C05A85}" dt="2024-09-27T06:08:22.428" v="1095" actId="1076"/>
          <ac:spMkLst>
            <pc:docMk/>
            <pc:sldMk cId="1545447470" sldId="259"/>
            <ac:spMk id="12" creationId="{55E8CE43-969B-2A07-5CB9-EEDC95522E46}"/>
          </ac:spMkLst>
        </pc:spChg>
        <pc:picChg chg="add del mod">
          <ac:chgData name="敬堯 翁" userId="05c43c4c882c1127" providerId="LiveId" clId="{F14C33D1-2842-4796-AAC8-6C27B4C05A85}" dt="2024-09-27T06:05:07.092" v="1038" actId="478"/>
          <ac:picMkLst>
            <pc:docMk/>
            <pc:sldMk cId="1545447470" sldId="259"/>
            <ac:picMk id="6" creationId="{9EC0D481-DEB5-E7C2-E59E-0C620007AC56}"/>
          </ac:picMkLst>
        </pc:picChg>
        <pc:picChg chg="add mod">
          <ac:chgData name="敬堯 翁" userId="05c43c4c882c1127" providerId="LiveId" clId="{F14C33D1-2842-4796-AAC8-6C27B4C05A85}" dt="2024-09-27T06:05:15.408" v="1042" actId="1076"/>
          <ac:picMkLst>
            <pc:docMk/>
            <pc:sldMk cId="1545447470" sldId="259"/>
            <ac:picMk id="8" creationId="{C94DC16E-FE46-FD84-39CD-2F1B2539C042}"/>
          </ac:picMkLst>
        </pc:picChg>
        <pc:picChg chg="add mod">
          <ac:chgData name="敬堯 翁" userId="05c43c4c882c1127" providerId="LiveId" clId="{F14C33D1-2842-4796-AAC8-6C27B4C05A85}" dt="2024-09-27T06:07:39.759" v="1088" actId="1076"/>
          <ac:picMkLst>
            <pc:docMk/>
            <pc:sldMk cId="1545447470" sldId="259"/>
            <ac:picMk id="10" creationId="{B4B640D9-6EF5-050E-B200-CB6ED6CCFC85}"/>
          </ac:picMkLst>
        </pc:picChg>
      </pc:sldChg>
      <pc:sldChg chg="addSp modSp new mod">
        <pc:chgData name="敬堯 翁" userId="05c43c4c882c1127" providerId="LiveId" clId="{F14C33D1-2842-4796-AAC8-6C27B4C05A85}" dt="2024-09-27T06:18:35.772" v="1318" actId="20577"/>
        <pc:sldMkLst>
          <pc:docMk/>
          <pc:sldMk cId="259186803" sldId="260"/>
        </pc:sldMkLst>
        <pc:spChg chg="mod">
          <ac:chgData name="敬堯 翁" userId="05c43c4c882c1127" providerId="LiveId" clId="{F14C33D1-2842-4796-AAC8-6C27B4C05A85}" dt="2024-09-27T06:08:32.723" v="1097"/>
          <ac:spMkLst>
            <pc:docMk/>
            <pc:sldMk cId="259186803" sldId="260"/>
            <ac:spMk id="2" creationId="{3DCF1ABD-0E26-BD8F-DEB6-601861ECA26A}"/>
          </ac:spMkLst>
        </pc:spChg>
        <pc:spChg chg="mod">
          <ac:chgData name="敬堯 翁" userId="05c43c4c882c1127" providerId="LiveId" clId="{F14C33D1-2842-4796-AAC8-6C27B4C05A85}" dt="2024-09-27T06:11:57.221" v="1164" actId="1076"/>
          <ac:spMkLst>
            <pc:docMk/>
            <pc:sldMk cId="259186803" sldId="260"/>
            <ac:spMk id="3" creationId="{2EA8C2BE-A67D-0990-0E13-F29ED4B0FA2F}"/>
          </ac:spMkLst>
        </pc:spChg>
        <pc:spChg chg="add mod">
          <ac:chgData name="敬堯 翁" userId="05c43c4c882c1127" providerId="LiveId" clId="{F14C33D1-2842-4796-AAC8-6C27B4C05A85}" dt="2024-09-27T06:11:56.821" v="1163" actId="1076"/>
          <ac:spMkLst>
            <pc:docMk/>
            <pc:sldMk cId="259186803" sldId="260"/>
            <ac:spMk id="9" creationId="{DE62B2DB-94F1-6BCB-99E9-61DBAAB716F9}"/>
          </ac:spMkLst>
        </pc:spChg>
        <pc:spChg chg="add mod">
          <ac:chgData name="敬堯 翁" userId="05c43c4c882c1127" providerId="LiveId" clId="{F14C33D1-2842-4796-AAC8-6C27B4C05A85}" dt="2024-09-27T06:18:35.772" v="1318" actId="20577"/>
          <ac:spMkLst>
            <pc:docMk/>
            <pc:sldMk cId="259186803" sldId="260"/>
            <ac:spMk id="10" creationId="{2D052BF4-A003-670F-EF3B-DF21210D7B27}"/>
          </ac:spMkLst>
        </pc:spChg>
        <pc:picChg chg="add mod">
          <ac:chgData name="敬堯 翁" userId="05c43c4c882c1127" providerId="LiveId" clId="{F14C33D1-2842-4796-AAC8-6C27B4C05A85}" dt="2024-09-27T06:09:41.949" v="1144" actId="1076"/>
          <ac:picMkLst>
            <pc:docMk/>
            <pc:sldMk cId="259186803" sldId="260"/>
            <ac:picMk id="6" creationId="{61295695-E86C-2378-D914-9AE3D48A948B}"/>
          </ac:picMkLst>
        </pc:picChg>
        <pc:picChg chg="add mod">
          <ac:chgData name="敬堯 翁" userId="05c43c4c882c1127" providerId="LiveId" clId="{F14C33D1-2842-4796-AAC8-6C27B4C05A85}" dt="2024-09-27T06:11:33.859" v="1149" actId="1076"/>
          <ac:picMkLst>
            <pc:docMk/>
            <pc:sldMk cId="259186803" sldId="260"/>
            <ac:picMk id="8" creationId="{0F7951A0-BF58-4245-41F8-804A2EE3AA51}"/>
          </ac:picMkLst>
        </pc:picChg>
      </pc:sldChg>
      <pc:sldChg chg="addSp delSp modSp add mod">
        <pc:chgData name="敬堯 翁" userId="05c43c4c882c1127" providerId="LiveId" clId="{F14C33D1-2842-4796-AAC8-6C27B4C05A85}" dt="2024-09-27T06:28:52.500" v="1642" actId="115"/>
        <pc:sldMkLst>
          <pc:docMk/>
          <pc:sldMk cId="1640832163" sldId="261"/>
        </pc:sldMkLst>
        <pc:spChg chg="mod">
          <ac:chgData name="敬堯 翁" userId="05c43c4c882c1127" providerId="LiveId" clId="{F14C33D1-2842-4796-AAC8-6C27B4C05A85}" dt="2024-09-27T06:25:46.622" v="1529" actId="20577"/>
          <ac:spMkLst>
            <pc:docMk/>
            <pc:sldMk cId="1640832163" sldId="261"/>
            <ac:spMk id="3" creationId="{C311AA9E-DE4B-4F41-BD7C-620B6DCEA566}"/>
          </ac:spMkLst>
        </pc:spChg>
        <pc:spChg chg="del">
          <ac:chgData name="敬堯 翁" userId="05c43c4c882c1127" providerId="LiveId" clId="{F14C33D1-2842-4796-AAC8-6C27B4C05A85}" dt="2024-09-27T06:20:00.073" v="1331" actId="478"/>
          <ac:spMkLst>
            <pc:docMk/>
            <pc:sldMk cId="1640832163" sldId="261"/>
            <ac:spMk id="11" creationId="{46591E05-FF6C-E094-A2D0-85C50DB5BB46}"/>
          </ac:spMkLst>
        </pc:spChg>
        <pc:spChg chg="del">
          <ac:chgData name="敬堯 翁" userId="05c43c4c882c1127" providerId="LiveId" clId="{F14C33D1-2842-4796-AAC8-6C27B4C05A85}" dt="2024-09-27T06:20:00.073" v="1331" actId="478"/>
          <ac:spMkLst>
            <pc:docMk/>
            <pc:sldMk cId="1640832163" sldId="261"/>
            <ac:spMk id="12" creationId="{55E8CE43-969B-2A07-5CB9-EEDC95522E46}"/>
          </ac:spMkLst>
        </pc:spChg>
        <pc:spChg chg="add mod">
          <ac:chgData name="敬堯 翁" userId="05c43c4c882c1127" providerId="LiveId" clId="{F14C33D1-2842-4796-AAC8-6C27B4C05A85}" dt="2024-09-27T06:28:52.500" v="1642" actId="115"/>
          <ac:spMkLst>
            <pc:docMk/>
            <pc:sldMk cId="1640832163" sldId="261"/>
            <ac:spMk id="13" creationId="{B670C9DA-CFB4-0F7D-A1D2-1EE1DDED8EFF}"/>
          </ac:spMkLst>
        </pc:spChg>
        <pc:picChg chg="add mod">
          <ac:chgData name="敬堯 翁" userId="05c43c4c882c1127" providerId="LiveId" clId="{F14C33D1-2842-4796-AAC8-6C27B4C05A85}" dt="2024-09-27T06:26:20.575" v="1536" actId="1076"/>
          <ac:picMkLst>
            <pc:docMk/>
            <pc:sldMk cId="1640832163" sldId="261"/>
            <ac:picMk id="6" creationId="{278D2D0F-1E6E-3AFF-08D2-B6D45557B50E}"/>
          </ac:picMkLst>
        </pc:picChg>
        <pc:picChg chg="del">
          <ac:chgData name="敬堯 翁" userId="05c43c4c882c1127" providerId="LiveId" clId="{F14C33D1-2842-4796-AAC8-6C27B4C05A85}" dt="2024-09-27T06:20:00.073" v="1331" actId="478"/>
          <ac:picMkLst>
            <pc:docMk/>
            <pc:sldMk cId="1640832163" sldId="261"/>
            <ac:picMk id="8" creationId="{C94DC16E-FE46-FD84-39CD-2F1B2539C042}"/>
          </ac:picMkLst>
        </pc:picChg>
        <pc:picChg chg="add mod">
          <ac:chgData name="敬堯 翁" userId="05c43c4c882c1127" providerId="LiveId" clId="{F14C33D1-2842-4796-AAC8-6C27B4C05A85}" dt="2024-09-27T06:28:27.277" v="1637" actId="1076"/>
          <ac:picMkLst>
            <pc:docMk/>
            <pc:sldMk cId="1640832163" sldId="261"/>
            <ac:picMk id="9" creationId="{B8A6CD33-10A6-E37C-315A-E88349FFFD15}"/>
          </ac:picMkLst>
        </pc:picChg>
        <pc:picChg chg="del">
          <ac:chgData name="敬堯 翁" userId="05c43c4c882c1127" providerId="LiveId" clId="{F14C33D1-2842-4796-AAC8-6C27B4C05A85}" dt="2024-09-27T06:20:00.073" v="1331" actId="478"/>
          <ac:picMkLst>
            <pc:docMk/>
            <pc:sldMk cId="1640832163" sldId="261"/>
            <ac:picMk id="10" creationId="{B4B640D9-6EF5-050E-B200-CB6ED6CCFC85}"/>
          </ac:picMkLst>
        </pc:picChg>
      </pc:sldChg>
      <pc:sldChg chg="addSp modSp new mod">
        <pc:chgData name="敬堯 翁" userId="05c43c4c882c1127" providerId="LiveId" clId="{F14C33D1-2842-4796-AAC8-6C27B4C05A85}" dt="2024-09-27T06:36:53.070" v="1824" actId="1076"/>
        <pc:sldMkLst>
          <pc:docMk/>
          <pc:sldMk cId="954316087" sldId="262"/>
        </pc:sldMkLst>
        <pc:spChg chg="mod">
          <ac:chgData name="敬堯 翁" userId="05c43c4c882c1127" providerId="LiveId" clId="{F14C33D1-2842-4796-AAC8-6C27B4C05A85}" dt="2024-09-27T06:31:08.269" v="1656" actId="20577"/>
          <ac:spMkLst>
            <pc:docMk/>
            <pc:sldMk cId="954316087" sldId="262"/>
            <ac:spMk id="2" creationId="{711B0950-5A8A-9824-D411-FEE0C494E892}"/>
          </ac:spMkLst>
        </pc:spChg>
        <pc:spChg chg="mod">
          <ac:chgData name="敬堯 翁" userId="05c43c4c882c1127" providerId="LiveId" clId="{F14C33D1-2842-4796-AAC8-6C27B4C05A85}" dt="2024-09-27T06:36:32.804" v="1819" actId="20577"/>
          <ac:spMkLst>
            <pc:docMk/>
            <pc:sldMk cId="954316087" sldId="262"/>
            <ac:spMk id="3" creationId="{61C83BEA-F739-11C1-F040-C2D94EDB3142}"/>
          </ac:spMkLst>
        </pc:spChg>
        <pc:picChg chg="add mod">
          <ac:chgData name="敬堯 翁" userId="05c43c4c882c1127" providerId="LiveId" clId="{F14C33D1-2842-4796-AAC8-6C27B4C05A85}" dt="2024-09-27T06:36:53.070" v="1824" actId="1076"/>
          <ac:picMkLst>
            <pc:docMk/>
            <pc:sldMk cId="954316087" sldId="262"/>
            <ac:picMk id="6" creationId="{77506556-60D8-3AFC-D66D-D5E33A44D129}"/>
          </ac:picMkLst>
        </pc:picChg>
      </pc:sldChg>
      <pc:sldChg chg="addSp delSp modSp add mod">
        <pc:chgData name="敬堯 翁" userId="05c43c4c882c1127" providerId="LiveId" clId="{F14C33D1-2842-4796-AAC8-6C27B4C05A85}" dt="2024-09-27T06:41:51.532" v="1875" actId="1076"/>
        <pc:sldMkLst>
          <pc:docMk/>
          <pc:sldMk cId="498625335" sldId="263"/>
        </pc:sldMkLst>
        <pc:spChg chg="mod">
          <ac:chgData name="敬堯 翁" userId="05c43c4c882c1127" providerId="LiveId" clId="{F14C33D1-2842-4796-AAC8-6C27B4C05A85}" dt="2024-09-27T06:39:13.568" v="1867" actId="5793"/>
          <ac:spMkLst>
            <pc:docMk/>
            <pc:sldMk cId="498625335" sldId="263"/>
            <ac:spMk id="3" creationId="{61C83BEA-F739-11C1-F040-C2D94EDB3142}"/>
          </ac:spMkLst>
        </pc:spChg>
        <pc:picChg chg="del">
          <ac:chgData name="敬堯 翁" userId="05c43c4c882c1127" providerId="LiveId" clId="{F14C33D1-2842-4796-AAC8-6C27B4C05A85}" dt="2024-09-27T06:36:58.296" v="1826" actId="478"/>
          <ac:picMkLst>
            <pc:docMk/>
            <pc:sldMk cId="498625335" sldId="263"/>
            <ac:picMk id="6" creationId="{77506556-60D8-3AFC-D66D-D5E33A44D129}"/>
          </ac:picMkLst>
        </pc:picChg>
        <pc:picChg chg="add mod">
          <ac:chgData name="敬堯 翁" userId="05c43c4c882c1127" providerId="LiveId" clId="{F14C33D1-2842-4796-AAC8-6C27B4C05A85}" dt="2024-09-27T06:39:29.578" v="1871" actId="1076"/>
          <ac:picMkLst>
            <pc:docMk/>
            <pc:sldMk cId="498625335" sldId="263"/>
            <ac:picMk id="7" creationId="{27894479-1891-FEEB-C2D4-ABC480DEF347}"/>
          </ac:picMkLst>
        </pc:picChg>
        <pc:picChg chg="add mod">
          <ac:chgData name="敬堯 翁" userId="05c43c4c882c1127" providerId="LiveId" clId="{F14C33D1-2842-4796-AAC8-6C27B4C05A85}" dt="2024-09-27T06:41:51.532" v="1875" actId="1076"/>
          <ac:picMkLst>
            <pc:docMk/>
            <pc:sldMk cId="498625335" sldId="263"/>
            <ac:picMk id="9" creationId="{B3A94376-CAF8-AFCD-EDBB-8FC67E4F1C50}"/>
          </ac:picMkLst>
        </pc:picChg>
      </pc:sldChg>
      <pc:sldChg chg="addSp delSp modSp new mod">
        <pc:chgData name="敬堯 翁" userId="05c43c4c882c1127" providerId="LiveId" clId="{F14C33D1-2842-4796-AAC8-6C27B4C05A85}" dt="2024-09-27T06:55:16.702" v="2140" actId="20577"/>
        <pc:sldMkLst>
          <pc:docMk/>
          <pc:sldMk cId="2540016641" sldId="264"/>
        </pc:sldMkLst>
        <pc:spChg chg="mod">
          <ac:chgData name="敬堯 翁" userId="05c43c4c882c1127" providerId="LiveId" clId="{F14C33D1-2842-4796-AAC8-6C27B4C05A85}" dt="2024-09-27T06:42:57.454" v="1912" actId="20577"/>
          <ac:spMkLst>
            <pc:docMk/>
            <pc:sldMk cId="2540016641" sldId="264"/>
            <ac:spMk id="2" creationId="{B95B0779-DDAA-456D-4ACA-879921977B08}"/>
          </ac:spMkLst>
        </pc:spChg>
        <pc:spChg chg="mod">
          <ac:chgData name="敬堯 翁" userId="05c43c4c882c1127" providerId="LiveId" clId="{F14C33D1-2842-4796-AAC8-6C27B4C05A85}" dt="2024-09-27T06:55:16.702" v="2140" actId="20577"/>
          <ac:spMkLst>
            <pc:docMk/>
            <pc:sldMk cId="2540016641" sldId="264"/>
            <ac:spMk id="3" creationId="{273D24E1-51C9-42E6-3AEA-18FEB6373EAB}"/>
          </ac:spMkLst>
        </pc:spChg>
        <pc:picChg chg="add mod">
          <ac:chgData name="敬堯 翁" userId="05c43c4c882c1127" providerId="LiveId" clId="{F14C33D1-2842-4796-AAC8-6C27B4C05A85}" dt="2024-09-27T06:53:05.971" v="2082" actId="1076"/>
          <ac:picMkLst>
            <pc:docMk/>
            <pc:sldMk cId="2540016641" sldId="264"/>
            <ac:picMk id="6" creationId="{8A545F21-0F83-9865-1E66-2960CEA4FA79}"/>
          </ac:picMkLst>
        </pc:picChg>
        <pc:picChg chg="add mod">
          <ac:chgData name="敬堯 翁" userId="05c43c4c882c1127" providerId="LiveId" clId="{F14C33D1-2842-4796-AAC8-6C27B4C05A85}" dt="2024-09-27T06:53:08.234" v="2083" actId="1076"/>
          <ac:picMkLst>
            <pc:docMk/>
            <pc:sldMk cId="2540016641" sldId="264"/>
            <ac:picMk id="8" creationId="{3B72CF54-EEEA-9EDB-A1FA-FF6E02F2D4F3}"/>
          </ac:picMkLst>
        </pc:picChg>
        <pc:picChg chg="add del mod">
          <ac:chgData name="敬堯 翁" userId="05c43c4c882c1127" providerId="LiveId" clId="{F14C33D1-2842-4796-AAC8-6C27B4C05A85}" dt="2024-09-27T06:51:12.251" v="2061" actId="478"/>
          <ac:picMkLst>
            <pc:docMk/>
            <pc:sldMk cId="2540016641" sldId="264"/>
            <ac:picMk id="10" creationId="{D1883592-EC21-7ED2-069E-074A543F7CEA}"/>
          </ac:picMkLst>
        </pc:picChg>
        <pc:picChg chg="add mod">
          <ac:chgData name="敬堯 翁" userId="05c43c4c882c1127" providerId="LiveId" clId="{F14C33D1-2842-4796-AAC8-6C27B4C05A85}" dt="2024-09-27T06:52:48.475" v="2079" actId="1076"/>
          <ac:picMkLst>
            <pc:docMk/>
            <pc:sldMk cId="2540016641" sldId="264"/>
            <ac:picMk id="12" creationId="{8560C12D-5CCA-9A19-8B97-FD2C71DD3FD0}"/>
          </ac:picMkLst>
        </pc:picChg>
        <pc:picChg chg="add mod">
          <ac:chgData name="敬堯 翁" userId="05c43c4c882c1127" providerId="LiveId" clId="{F14C33D1-2842-4796-AAC8-6C27B4C05A85}" dt="2024-09-27T06:52:52.631" v="2080" actId="1076"/>
          <ac:picMkLst>
            <pc:docMk/>
            <pc:sldMk cId="2540016641" sldId="264"/>
            <ac:picMk id="14" creationId="{616F5DC9-B3E3-B601-18ED-B56CBD502AA9}"/>
          </ac:picMkLst>
        </pc:picChg>
      </pc:sldChg>
      <pc:sldChg chg="modSp new mod">
        <pc:chgData name="敬堯 翁" userId="05c43c4c882c1127" providerId="LiveId" clId="{F14C33D1-2842-4796-AAC8-6C27B4C05A85}" dt="2024-09-27T07:32:27.194" v="3418" actId="5793"/>
        <pc:sldMkLst>
          <pc:docMk/>
          <pc:sldMk cId="2134844511" sldId="265"/>
        </pc:sldMkLst>
        <pc:spChg chg="mod">
          <ac:chgData name="敬堯 翁" userId="05c43c4c882c1127" providerId="LiveId" clId="{F14C33D1-2842-4796-AAC8-6C27B4C05A85}" dt="2024-09-27T06:58:16.372" v="2162" actId="20577"/>
          <ac:spMkLst>
            <pc:docMk/>
            <pc:sldMk cId="2134844511" sldId="265"/>
            <ac:spMk id="2" creationId="{165C324C-DDB9-3238-1CBD-2F3E4A1B9044}"/>
          </ac:spMkLst>
        </pc:spChg>
        <pc:spChg chg="mod">
          <ac:chgData name="敬堯 翁" userId="05c43c4c882c1127" providerId="LiveId" clId="{F14C33D1-2842-4796-AAC8-6C27B4C05A85}" dt="2024-09-27T07:32:27.194" v="3418" actId="5793"/>
          <ac:spMkLst>
            <pc:docMk/>
            <pc:sldMk cId="2134844511" sldId="265"/>
            <ac:spMk id="3" creationId="{6A31B7E1-FA47-2275-C5E0-523AA97656DC}"/>
          </ac:spMkLst>
        </pc:spChg>
      </pc:sldChg>
      <pc:sldChg chg="addSp delSp modSp new mod">
        <pc:chgData name="敬堯 翁" userId="05c43c4c882c1127" providerId="LiveId" clId="{F14C33D1-2842-4796-AAC8-6C27B4C05A85}" dt="2024-09-27T07:16:30.069" v="2770" actId="1076"/>
        <pc:sldMkLst>
          <pc:docMk/>
          <pc:sldMk cId="90926107" sldId="266"/>
        </pc:sldMkLst>
        <pc:spChg chg="mod">
          <ac:chgData name="敬堯 翁" userId="05c43c4c882c1127" providerId="LiveId" clId="{F14C33D1-2842-4796-AAC8-6C27B4C05A85}" dt="2024-09-27T07:10:12.793" v="2540" actId="20577"/>
          <ac:spMkLst>
            <pc:docMk/>
            <pc:sldMk cId="90926107" sldId="266"/>
            <ac:spMk id="2" creationId="{1D5C728C-494F-9DCA-CB29-FAB1532005DF}"/>
          </ac:spMkLst>
        </pc:spChg>
        <pc:spChg chg="mod">
          <ac:chgData name="敬堯 翁" userId="05c43c4c882c1127" providerId="LiveId" clId="{F14C33D1-2842-4796-AAC8-6C27B4C05A85}" dt="2024-09-27T07:13:45.196" v="2760" actId="20577"/>
          <ac:spMkLst>
            <pc:docMk/>
            <pc:sldMk cId="90926107" sldId="266"/>
            <ac:spMk id="3" creationId="{E6704AA5-DD5C-7800-CCC7-8880B5E1539C}"/>
          </ac:spMkLst>
        </pc:spChg>
        <pc:picChg chg="add del mod">
          <ac:chgData name="敬堯 翁" userId="05c43c4c882c1127" providerId="LiveId" clId="{F14C33D1-2842-4796-AAC8-6C27B4C05A85}" dt="2024-09-27T07:15:29.050" v="2763" actId="478"/>
          <ac:picMkLst>
            <pc:docMk/>
            <pc:sldMk cId="90926107" sldId="266"/>
            <ac:picMk id="6" creationId="{669EDF12-5F0A-9810-B645-A4454DCF266C}"/>
          </ac:picMkLst>
        </pc:picChg>
        <pc:picChg chg="add mod">
          <ac:chgData name="敬堯 翁" userId="05c43c4c882c1127" providerId="LiveId" clId="{F14C33D1-2842-4796-AAC8-6C27B4C05A85}" dt="2024-09-27T07:16:30.069" v="2770" actId="1076"/>
          <ac:picMkLst>
            <pc:docMk/>
            <pc:sldMk cId="90926107" sldId="266"/>
            <ac:picMk id="8" creationId="{F2B81FD4-ADE4-D479-2080-F08BB2FCFF96}"/>
          </ac:picMkLst>
        </pc:picChg>
        <pc:picChg chg="add mod">
          <ac:chgData name="敬堯 翁" userId="05c43c4c882c1127" providerId="LiveId" clId="{F14C33D1-2842-4796-AAC8-6C27B4C05A85}" dt="2024-09-27T07:16:28.180" v="2769" actId="1076"/>
          <ac:picMkLst>
            <pc:docMk/>
            <pc:sldMk cId="90926107" sldId="266"/>
            <ac:picMk id="10" creationId="{53446927-E61A-AE56-FDA8-084E15FFC83A}"/>
          </ac:picMkLst>
        </pc:picChg>
      </pc:sldChg>
      <pc:sldChg chg="addSp modSp new mod">
        <pc:chgData name="敬堯 翁" userId="05c43c4c882c1127" providerId="LiveId" clId="{F14C33D1-2842-4796-AAC8-6C27B4C05A85}" dt="2024-09-27T07:22:22.828" v="2985" actId="5793"/>
        <pc:sldMkLst>
          <pc:docMk/>
          <pc:sldMk cId="2332653991" sldId="267"/>
        </pc:sldMkLst>
        <pc:spChg chg="mod">
          <ac:chgData name="敬堯 翁" userId="05c43c4c882c1127" providerId="LiveId" clId="{F14C33D1-2842-4796-AAC8-6C27B4C05A85}" dt="2024-09-27T07:16:51.535" v="2772"/>
          <ac:spMkLst>
            <pc:docMk/>
            <pc:sldMk cId="2332653991" sldId="267"/>
            <ac:spMk id="2" creationId="{CA7039E5-6F22-369A-D1B8-062885A7AEE9}"/>
          </ac:spMkLst>
        </pc:spChg>
        <pc:spChg chg="mod">
          <ac:chgData name="敬堯 翁" userId="05c43c4c882c1127" providerId="LiveId" clId="{F14C33D1-2842-4796-AAC8-6C27B4C05A85}" dt="2024-09-27T07:19:36.862" v="2931" actId="113"/>
          <ac:spMkLst>
            <pc:docMk/>
            <pc:sldMk cId="2332653991" sldId="267"/>
            <ac:spMk id="3" creationId="{28C256AD-D8F8-46CB-B0BE-6C7B350EA578}"/>
          </ac:spMkLst>
        </pc:spChg>
        <pc:spChg chg="add mod">
          <ac:chgData name="敬堯 翁" userId="05c43c4c882c1127" providerId="LiveId" clId="{F14C33D1-2842-4796-AAC8-6C27B4C05A85}" dt="2024-09-27T07:22:22.828" v="2985" actId="5793"/>
          <ac:spMkLst>
            <pc:docMk/>
            <pc:sldMk cId="2332653991" sldId="267"/>
            <ac:spMk id="12" creationId="{7B4DCA77-F518-56F4-4B7D-4C6120936DC8}"/>
          </ac:spMkLst>
        </pc:spChg>
        <pc:picChg chg="add mod">
          <ac:chgData name="敬堯 翁" userId="05c43c4c882c1127" providerId="LiveId" clId="{F14C33D1-2842-4796-AAC8-6C27B4C05A85}" dt="2024-09-27T07:21:01.139" v="2938" actId="1076"/>
          <ac:picMkLst>
            <pc:docMk/>
            <pc:sldMk cId="2332653991" sldId="267"/>
            <ac:picMk id="6" creationId="{E89F968C-2528-039C-BA0A-309FB5E2105D}"/>
          </ac:picMkLst>
        </pc:picChg>
        <pc:picChg chg="add mod">
          <ac:chgData name="敬堯 翁" userId="05c43c4c882c1127" providerId="LiveId" clId="{F14C33D1-2842-4796-AAC8-6C27B4C05A85}" dt="2024-09-27T07:21:03.332" v="2939" actId="1076"/>
          <ac:picMkLst>
            <pc:docMk/>
            <pc:sldMk cId="2332653991" sldId="267"/>
            <ac:picMk id="8" creationId="{1E113EFB-428D-82EA-9545-A85DB0FC9855}"/>
          </ac:picMkLst>
        </pc:picChg>
        <pc:cxnChg chg="add mod">
          <ac:chgData name="敬堯 翁" userId="05c43c4c882c1127" providerId="LiveId" clId="{F14C33D1-2842-4796-AAC8-6C27B4C05A85}" dt="2024-09-27T07:22:13.050" v="2975" actId="1076"/>
          <ac:cxnSpMkLst>
            <pc:docMk/>
            <pc:sldMk cId="2332653991" sldId="267"/>
            <ac:cxnSpMk id="10" creationId="{B9E1EA69-2C9C-401E-983E-5B325055C53B}"/>
          </ac:cxnSpMkLst>
        </pc:cxnChg>
      </pc:sldChg>
      <pc:sldChg chg="addSp delSp modSp new mod">
        <pc:chgData name="敬堯 翁" userId="05c43c4c882c1127" providerId="LiveId" clId="{F14C33D1-2842-4796-AAC8-6C27B4C05A85}" dt="2024-09-27T07:32:13.242" v="3402" actId="5793"/>
        <pc:sldMkLst>
          <pc:docMk/>
          <pc:sldMk cId="1708090435" sldId="268"/>
        </pc:sldMkLst>
        <pc:spChg chg="mod">
          <ac:chgData name="敬堯 翁" userId="05c43c4c882c1127" providerId="LiveId" clId="{F14C33D1-2842-4796-AAC8-6C27B4C05A85}" dt="2024-09-27T07:22:46.591" v="3005" actId="20577"/>
          <ac:spMkLst>
            <pc:docMk/>
            <pc:sldMk cId="1708090435" sldId="268"/>
            <ac:spMk id="2" creationId="{46E51343-1CD9-9675-D8CC-C6B0CF1AA22F}"/>
          </ac:spMkLst>
        </pc:spChg>
        <pc:spChg chg="mod">
          <ac:chgData name="敬堯 翁" userId="05c43c4c882c1127" providerId="LiveId" clId="{F14C33D1-2842-4796-AAC8-6C27B4C05A85}" dt="2024-09-27T07:32:13.242" v="3402" actId="5793"/>
          <ac:spMkLst>
            <pc:docMk/>
            <pc:sldMk cId="1708090435" sldId="268"/>
            <ac:spMk id="3" creationId="{99036D40-D492-0FE1-67A2-CC8E5C4F18CB}"/>
          </ac:spMkLst>
        </pc:spChg>
        <pc:picChg chg="add del mod">
          <ac:chgData name="敬堯 翁" userId="05c43c4c882c1127" providerId="LiveId" clId="{F14C33D1-2842-4796-AAC8-6C27B4C05A85}" dt="2024-09-27T07:28:06.765" v="3267" actId="478"/>
          <ac:picMkLst>
            <pc:docMk/>
            <pc:sldMk cId="1708090435" sldId="268"/>
            <ac:picMk id="6" creationId="{0ABD05C5-9339-4183-8BBC-0872523D4C7D}"/>
          </ac:picMkLst>
        </pc:picChg>
      </pc:sldChg>
      <pc:sldChg chg="modSp new mod">
        <pc:chgData name="敬堯 翁" userId="05c43c4c882c1127" providerId="LiveId" clId="{F14C33D1-2842-4796-AAC8-6C27B4C05A85}" dt="2024-09-27T07:43:52.599" v="3491" actId="20577"/>
        <pc:sldMkLst>
          <pc:docMk/>
          <pc:sldMk cId="1295743653" sldId="269"/>
        </pc:sldMkLst>
        <pc:spChg chg="mod">
          <ac:chgData name="敬堯 翁" userId="05c43c4c882c1127" providerId="LiveId" clId="{F14C33D1-2842-4796-AAC8-6C27B4C05A85}" dt="2024-09-27T07:33:56.773" v="3427" actId="20577"/>
          <ac:spMkLst>
            <pc:docMk/>
            <pc:sldMk cId="1295743653" sldId="269"/>
            <ac:spMk id="2" creationId="{C32D88C4-B0C9-EECA-7840-01FB3D5C6F81}"/>
          </ac:spMkLst>
        </pc:spChg>
        <pc:spChg chg="mod">
          <ac:chgData name="敬堯 翁" userId="05c43c4c882c1127" providerId="LiveId" clId="{F14C33D1-2842-4796-AAC8-6C27B4C05A85}" dt="2024-09-27T07:43:52.599" v="3491" actId="20577"/>
          <ac:spMkLst>
            <pc:docMk/>
            <pc:sldMk cId="1295743653" sldId="269"/>
            <ac:spMk id="3" creationId="{D9CBB7DA-3E13-F052-33CD-9B8A54F3791B}"/>
          </ac:spMkLst>
        </pc:spChg>
      </pc:sldChg>
      <pc:sldChg chg="addSp delSp modSp new mod">
        <pc:chgData name="敬堯 翁" userId="05c43c4c882c1127" providerId="LiveId" clId="{F14C33D1-2842-4796-AAC8-6C27B4C05A85}" dt="2024-09-27T07:53:11.383" v="3513" actId="465"/>
        <pc:sldMkLst>
          <pc:docMk/>
          <pc:sldMk cId="482786603" sldId="270"/>
        </pc:sldMkLst>
        <pc:spChg chg="mod">
          <ac:chgData name="敬堯 翁" userId="05c43c4c882c1127" providerId="LiveId" clId="{F14C33D1-2842-4796-AAC8-6C27B4C05A85}" dt="2024-09-27T07:44:18.878" v="3499" actId="20577"/>
          <ac:spMkLst>
            <pc:docMk/>
            <pc:sldMk cId="482786603" sldId="270"/>
            <ac:spMk id="2" creationId="{AD7B2E0F-873D-C72D-2244-F6248F7E86F8}"/>
          </ac:spMkLst>
        </pc:spChg>
        <pc:spChg chg="del">
          <ac:chgData name="敬堯 翁" userId="05c43c4c882c1127" providerId="LiveId" clId="{F14C33D1-2842-4796-AAC8-6C27B4C05A85}" dt="2024-09-27T07:52:11.448" v="3504" actId="22"/>
          <ac:spMkLst>
            <pc:docMk/>
            <pc:sldMk cId="482786603" sldId="270"/>
            <ac:spMk id="3" creationId="{3AC7E997-C8C2-173C-91DB-AA6A41EE52B8}"/>
          </ac:spMkLst>
        </pc:spChg>
        <pc:picChg chg="add mod">
          <ac:chgData name="敬堯 翁" userId="05c43c4c882c1127" providerId="LiveId" clId="{F14C33D1-2842-4796-AAC8-6C27B4C05A85}" dt="2024-09-27T07:51:27.444" v="3503" actId="1076"/>
          <ac:picMkLst>
            <pc:docMk/>
            <pc:sldMk cId="482786603" sldId="270"/>
            <ac:picMk id="6" creationId="{11916D94-6647-5DB4-B4F3-546068748935}"/>
          </ac:picMkLst>
        </pc:picChg>
        <pc:picChg chg="add mod ord">
          <ac:chgData name="敬堯 翁" userId="05c43c4c882c1127" providerId="LiveId" clId="{F14C33D1-2842-4796-AAC8-6C27B4C05A85}" dt="2024-09-27T07:53:11.383" v="3513" actId="465"/>
          <ac:picMkLst>
            <pc:docMk/>
            <pc:sldMk cId="482786603" sldId="270"/>
            <ac:picMk id="8" creationId="{EFE9AE0D-B912-38AA-B6A5-FAB00AE92AD7}"/>
          </ac:picMkLst>
        </pc:picChg>
        <pc:picChg chg="add mod">
          <ac:chgData name="敬堯 翁" userId="05c43c4c882c1127" providerId="LiveId" clId="{F14C33D1-2842-4796-AAC8-6C27B4C05A85}" dt="2024-09-27T07:52:53.339" v="3512" actId="1076"/>
          <ac:picMkLst>
            <pc:docMk/>
            <pc:sldMk cId="482786603" sldId="270"/>
            <ac:picMk id="10" creationId="{8647A381-DCCE-C7AF-9872-DDCB05FB5B40}"/>
          </ac:picMkLst>
        </pc:picChg>
      </pc:sldChg>
      <pc:sldChg chg="modSp new mod">
        <pc:chgData name="敬堯 翁" userId="05c43c4c882c1127" providerId="LiveId" clId="{F14C33D1-2842-4796-AAC8-6C27B4C05A85}" dt="2024-09-27T07:57:10.880" v="3797" actId="20577"/>
        <pc:sldMkLst>
          <pc:docMk/>
          <pc:sldMk cId="2815404558" sldId="271"/>
        </pc:sldMkLst>
        <pc:spChg chg="mod">
          <ac:chgData name="敬堯 翁" userId="05c43c4c882c1127" providerId="LiveId" clId="{F14C33D1-2842-4796-AAC8-6C27B4C05A85}" dt="2024-09-27T07:53:31.003" v="3524" actId="20577"/>
          <ac:spMkLst>
            <pc:docMk/>
            <pc:sldMk cId="2815404558" sldId="271"/>
            <ac:spMk id="2" creationId="{E78D953E-5518-FB4A-6CDC-311ABD76BDBF}"/>
          </ac:spMkLst>
        </pc:spChg>
        <pc:spChg chg="mod">
          <ac:chgData name="敬堯 翁" userId="05c43c4c882c1127" providerId="LiveId" clId="{F14C33D1-2842-4796-AAC8-6C27B4C05A85}" dt="2024-09-27T07:57:10.880" v="3797" actId="20577"/>
          <ac:spMkLst>
            <pc:docMk/>
            <pc:sldMk cId="2815404558" sldId="271"/>
            <ac:spMk id="3" creationId="{39599003-B523-54ED-39E8-57219C60D1F5}"/>
          </ac:spMkLst>
        </pc:spChg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3321163234" sldId="280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3544171597" sldId="281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1219828740" sldId="282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3599765022" sldId="283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3712668505" sldId="284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1092125570" sldId="285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2914768389" sldId="286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746636919" sldId="287"/>
        </pc:sldMkLst>
      </pc:sldChg>
      <pc:sldChg chg="del">
        <pc:chgData name="敬堯 翁" userId="05c43c4c882c1127" providerId="LiveId" clId="{F14C33D1-2842-4796-AAC8-6C27B4C05A85}" dt="2024-09-27T05:30:09.462" v="29" actId="47"/>
        <pc:sldMkLst>
          <pc:docMk/>
          <pc:sldMk cId="1688131525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7A3B1-566E-4B41-BFA0-DC0DE4E06F8C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AB32B-825A-4B90-9A18-A666F97971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40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43AF3-C673-48B7-BB5B-DAAD71FB81B6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743AE-9F5D-4DC4-B2A3-729ABE448B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24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56567-8B20-4039-BDF7-0683B83964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TW" dirty="0"/>
              <a:t>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0278A5-3DAD-450F-B59B-E515F8BE90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A</a:t>
            </a:r>
            <a:r>
              <a:rPr lang="zh-TW" altLang="en-US" dirty="0"/>
              <a:t>按一下以編輯母片子標題樣式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  <p:sp>
        <p:nvSpPr>
          <p:cNvPr id="15" name="直角三角形 14"/>
          <p:cNvSpPr/>
          <p:nvPr userDrawn="1"/>
        </p:nvSpPr>
        <p:spPr>
          <a:xfrm rot="5661038">
            <a:off x="10654327" y="5557142"/>
            <a:ext cx="591917" cy="2204767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379017" y="5047132"/>
            <a:ext cx="1260477" cy="2361257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AI-EDA Lab @ IPSI, NYCU</a:t>
            </a:r>
            <a:endParaRPr lang="zh-TW" altLang="en-US" dirty="0"/>
          </a:p>
        </p:txBody>
      </p:sp>
      <p:sp>
        <p:nvSpPr>
          <p:cNvPr id="18" name="投影片編號版面配置區 5">
            <a:extLst>
              <a:ext uri="{FF2B5EF4-FFF2-40B4-BE49-F238E27FC236}">
                <a16:creationId xmlns:a16="http://schemas.microsoft.com/office/drawing/2014/main" id="{B5461C09-4A3D-4C15-9902-CC0634C64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5" y="6438900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A0F6AF6D-83DE-42EB-99D6-C4929EB28A2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5A74EEC9-A6E9-454F-BA8C-44BA42E31C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11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010" y="6408825"/>
            <a:ext cx="1518529" cy="10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8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9BED9-3319-4EB5-ADFD-EECD51D6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78B974-8DAF-409B-BBC4-59928CDA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058EEE-290A-4332-BE0D-2D332D9C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24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C2135F-DA7F-403E-9170-E0F0CDD0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0EBA5F-058D-4DAE-B904-A3E169F48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B82FA7-EB36-4C15-9710-8AAFE399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4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EC8F7A-CFCC-45D6-AB8E-BA6AB3F6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DC1430-7D02-4048-8266-F2D4F3D25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F459A-FFC8-4FF2-B9BE-B61BF31A1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6A1171-0C91-4D77-9A3E-D1F815D7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016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59C4CD-A5E3-4439-ADF8-52BFD46B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DCB320-F34D-4F2B-B4E5-A2A20CF45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4D2C74-1F46-4E83-8F48-396C6B7A6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53071-737B-483D-9532-2C055C62A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E1A107-EF7C-47B1-B4C3-824ED2235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D29E70-E970-49EF-A7BA-963E99A1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168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53DF6-E21A-4BF8-ABD5-12C53DA3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0E9443-A9C6-40BA-BD9B-42586353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299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34F46B-E9B5-41F9-BB66-4C770ACD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800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022F9C-F0DC-4A6C-B647-EAD79E62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33E280-66CC-41BF-AB48-47F39584D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FE4417-87D0-4209-B234-47E04809F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221688-D9E3-4F6E-8E97-BEAD9097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414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B8E5D-E3DA-482E-8EDB-5389E442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62F2E3-55DE-44BC-A64B-553ACDF81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ECB07E-60E3-4B4E-BD7C-33875B830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273543-246D-420F-9921-1CC54528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7DB5B748-F2F0-45F8-9FE4-C4ADA651D0AD}"/>
              </a:ext>
            </a:extLst>
          </p:cNvPr>
          <p:cNvSpPr txBox="1">
            <a:spLocks/>
          </p:cNvSpPr>
          <p:nvPr userDrawn="1"/>
        </p:nvSpPr>
        <p:spPr>
          <a:xfrm>
            <a:off x="9828626" y="6515027"/>
            <a:ext cx="1763299" cy="2889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ML-EDA Lab @ AI College, NYCU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2907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37D2E-7A92-4F58-80D5-B4F8C304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999C59-39C4-4BEF-8EB8-36D59F83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6FA144-8FBB-4E72-B96B-2CE5ECDF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D80520-8A36-4FA0-A2C8-2466CAD0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76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DB4D9CB-B2DC-41AF-AE22-B9346FD12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B61F8A-CC8C-4B64-A2FC-915CDFBBF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C8DE7-D8B8-40DB-B6DA-86387581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0F94E9-146F-46B9-AEC6-3AACF8FD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61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 userDrawn="1"/>
        </p:nvSpPr>
        <p:spPr>
          <a:xfrm rot="16200000">
            <a:off x="11431590" y="6099705"/>
            <a:ext cx="679450" cy="83714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37274A-DE59-443B-BB92-CAE01FB3CEF0}"/>
              </a:ext>
            </a:extLst>
          </p:cNvPr>
          <p:cNvSpPr/>
          <p:nvPr userDrawn="1"/>
        </p:nvSpPr>
        <p:spPr>
          <a:xfrm>
            <a:off x="1" y="0"/>
            <a:ext cx="12189884" cy="112553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1761DF-C679-4A7A-AA7F-F0EE3A65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43" y="266699"/>
            <a:ext cx="10515600" cy="742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Arial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EA45A5-878C-42C3-8CDA-806ACE82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2237"/>
            <a:ext cx="10515600" cy="4503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</a:t>
            </a:r>
            <a:r>
              <a:rPr lang="zh-TW" altLang="en-US" dirty="0"/>
              <a:t>編輯母片文字樣式</a:t>
            </a:r>
          </a:p>
          <a:p>
            <a:pPr lvl="1"/>
            <a:r>
              <a:rPr lang="en-US" altLang="zh-TW" dirty="0"/>
              <a:t>a</a:t>
            </a:r>
            <a:r>
              <a:rPr lang="zh-TW" altLang="en-US" dirty="0"/>
              <a:t>第二層</a:t>
            </a:r>
          </a:p>
          <a:p>
            <a:pPr lvl="2"/>
            <a:r>
              <a:rPr lang="en-US" altLang="zh-TW" dirty="0"/>
              <a:t>a</a:t>
            </a:r>
            <a:r>
              <a:rPr lang="zh-TW" altLang="en-US" dirty="0"/>
              <a:t>第三層</a:t>
            </a:r>
          </a:p>
          <a:p>
            <a:pPr lvl="3"/>
            <a:r>
              <a:rPr lang="en-US" altLang="zh-TW" dirty="0"/>
              <a:t>a</a:t>
            </a:r>
            <a:r>
              <a:rPr lang="zh-TW" altLang="en-US" dirty="0"/>
              <a:t>第四層</a:t>
            </a:r>
          </a:p>
          <a:p>
            <a:pPr lvl="4"/>
            <a:r>
              <a:rPr lang="en-US" altLang="zh-TW" dirty="0"/>
              <a:t>a</a:t>
            </a:r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461C09-4A3D-4C15-9902-CC0634C64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5" y="6438900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A0F6AF6D-83DE-42EB-99D6-C4929EB28A2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438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432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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600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8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OpenROAD-Project/OpenROAD" TargetMode="External"/><Relationship Id="rId2" Type="http://schemas.openxmlformats.org/officeDocument/2006/relationships/hyperlink" Target="https://openroad.readthedocs.io/en/latest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76338" y="2599764"/>
            <a:ext cx="9987243" cy="2608729"/>
          </a:xfrm>
        </p:spPr>
        <p:txBody>
          <a:bodyPr>
            <a:normAutofit/>
          </a:bodyPr>
          <a:lstStyle/>
          <a:p>
            <a:r>
              <a:rPr lang="en-US" altLang="zh-TW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PDA</a:t>
            </a:r>
            <a:r>
              <a:rPr lang="zh-TW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Lab3 </a:t>
            </a:r>
            <a:r>
              <a:rPr lang="en-US" altLang="zh-TW" sz="3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r>
              <a:rPr lang="zh-TW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</a:t>
            </a:r>
            <a:b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Mark Po-Hung Lin</a:t>
            </a:r>
            <a:b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TA: </a:t>
            </a:r>
            <a:r>
              <a:rPr lang="zh-TW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吳瑞宸 林酩荏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11591925" y="6438900"/>
            <a:ext cx="495300" cy="365125"/>
          </a:xfrm>
        </p:spPr>
        <p:txBody>
          <a:bodyPr/>
          <a:lstStyle/>
          <a:p>
            <a:fld id="{A0F6AF6D-83DE-42EB-99D6-C4929EB28A2A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707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036B9-2C86-4E5E-9218-F395B025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A92FB3-E9F8-4259-9AE6-C94A9251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leading open-source, foundational application for semiconductor digital design.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 delivers an Autonomous, No-Human-In-Loop (NHIL) flow, 24 hour turnaround from RTL-GDSII for rapid design exploration and physical design implementation.</a:t>
            </a:r>
          </a:p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40A9FC-F02F-43EC-9FF1-884CC9A1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041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E54765-BB58-4F39-9758-30E2ACB0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838533-539F-4FA9-AD92-B1206B5F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1A9762-323F-4770-B6CB-AA09EB157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99" y="1478158"/>
            <a:ext cx="10266801" cy="51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2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788F01F-3393-4F31-8BE9-059EC27E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86" y="2392305"/>
            <a:ext cx="8355389" cy="44388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A59C9E3-51E2-4568-B983-0B36BC00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884EDE-8A03-414E-9B07-93CF1E49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operate in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3AE78-3CD9-4D55-9742-57E0E275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BDB6FA1-26A5-4715-8D53-3542025E7FF4}"/>
              </a:ext>
            </a:extLst>
          </p:cNvPr>
          <p:cNvSpPr/>
          <p:nvPr/>
        </p:nvSpPr>
        <p:spPr>
          <a:xfrm>
            <a:off x="2984687" y="6438900"/>
            <a:ext cx="7887884" cy="239806"/>
          </a:xfrm>
          <a:prstGeom prst="roundRect">
            <a:avLst>
              <a:gd name="adj" fmla="val 1713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BB3EEF3-5955-402D-BAE0-00B8DDEF1BF8}"/>
              </a:ext>
            </a:extLst>
          </p:cNvPr>
          <p:cNvSpPr/>
          <p:nvPr/>
        </p:nvSpPr>
        <p:spPr>
          <a:xfrm>
            <a:off x="2517464" y="5387788"/>
            <a:ext cx="8355105" cy="1051112"/>
          </a:xfrm>
          <a:prstGeom prst="roundRect">
            <a:avLst>
              <a:gd name="adj" fmla="val 518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2617901-06F3-4F07-A461-1ECCD5E8FBD1}"/>
              </a:ext>
            </a:extLst>
          </p:cNvPr>
          <p:cNvSpPr txBox="1"/>
          <p:nvPr/>
        </p:nvSpPr>
        <p:spPr>
          <a:xfrm>
            <a:off x="10963836" y="5728678"/>
            <a:ext cx="122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log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5DB731D-2DF3-470C-B858-BD3B8AFD9C77}"/>
              </a:ext>
            </a:extLst>
          </p:cNvPr>
          <p:cNvSpPr txBox="1"/>
          <p:nvPr/>
        </p:nvSpPr>
        <p:spPr>
          <a:xfrm>
            <a:off x="1064122" y="6369930"/>
            <a:ext cx="145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BB6FFC0-00E0-46A0-B973-A0652C0BF012}"/>
              </a:ext>
            </a:extLst>
          </p:cNvPr>
          <p:cNvSpPr/>
          <p:nvPr/>
        </p:nvSpPr>
        <p:spPr>
          <a:xfrm>
            <a:off x="2483193" y="2819652"/>
            <a:ext cx="2124438" cy="2568136"/>
          </a:xfrm>
          <a:prstGeom prst="roundRect">
            <a:avLst>
              <a:gd name="adj" fmla="val 336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4F193A5-C0F0-4D3B-8FED-2F48569A0DD6}"/>
              </a:ext>
            </a:extLst>
          </p:cNvPr>
          <p:cNvSpPr/>
          <p:nvPr/>
        </p:nvSpPr>
        <p:spPr>
          <a:xfrm>
            <a:off x="4607633" y="2819652"/>
            <a:ext cx="3477971" cy="2568136"/>
          </a:xfrm>
          <a:prstGeom prst="roundRect">
            <a:avLst>
              <a:gd name="adj" fmla="val 264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436563E-A7B5-4E00-ACDF-2EB8D0BD0E4B}"/>
              </a:ext>
            </a:extLst>
          </p:cNvPr>
          <p:cNvSpPr/>
          <p:nvPr/>
        </p:nvSpPr>
        <p:spPr>
          <a:xfrm>
            <a:off x="8085604" y="2819652"/>
            <a:ext cx="2786965" cy="2568136"/>
          </a:xfrm>
          <a:prstGeom prst="roundRect">
            <a:avLst>
              <a:gd name="adj" fmla="val 264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1F90291-6759-4BCC-816A-89E18072402E}"/>
              </a:ext>
            </a:extLst>
          </p:cNvPr>
          <p:cNvSpPr txBox="1"/>
          <p:nvPr/>
        </p:nvSpPr>
        <p:spPr>
          <a:xfrm>
            <a:off x="5660818" y="2438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area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B72CF64-1B20-4F15-A6C2-05C82B0FB14D}"/>
              </a:ext>
            </a:extLst>
          </p:cNvPr>
          <p:cNvSpPr txBox="1"/>
          <p:nvPr/>
        </p:nvSpPr>
        <p:spPr>
          <a:xfrm>
            <a:off x="8718938" y="2450320"/>
            <a:ext cx="178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008A2DC-EF9B-4897-A984-76A4AC9ADE5A}"/>
              </a:ext>
            </a:extLst>
          </p:cNvPr>
          <p:cNvSpPr txBox="1"/>
          <p:nvPr/>
        </p:nvSpPr>
        <p:spPr>
          <a:xfrm>
            <a:off x="953273" y="3279409"/>
            <a:ext cx="16211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panel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Instances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Heat Maps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7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59C9E3-51E2-4568-B983-0B36BC00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files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3AE78-3CD9-4D55-9742-57E0E275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0935935-A94B-458F-B76F-C1CE2149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9958"/>
            <a:ext cx="12192000" cy="214329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970E866-4864-45D5-9710-4F8ED4FDC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6392"/>
            <a:ext cx="12192000" cy="203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3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A081E2-CF8D-473F-9542-531AE90A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files (def)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46B3AF-2F24-42D4-9BD6-F321BE97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5AED64-7C9C-4A96-A6A5-12B4E786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513"/>
            <a:ext cx="12192000" cy="20161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EC7908C-A83D-4FDF-9B29-719F9EE78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436" y="3219476"/>
            <a:ext cx="6571128" cy="349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0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AA7C4-5E05-49FC-929C-25D9BA75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global_placement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8574DF-E986-4759-ABB0-B17E5978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global_placement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-density &lt;value&gt;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recommend from 0.8 to 0.95 depends on case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97163-221D-4C88-8C95-ABFB1459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E3FA9A-C08F-4AC8-ADB0-DC7926B48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50" y="2416864"/>
            <a:ext cx="8258185" cy="438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0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94390-D66C-49C7-A221-F3237BED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F2EB14-387A-4A7B-B4BE-A126CD819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source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extract.tcl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Filename: designName_insts.gp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6BB230-AB2F-4639-A8F8-050EFD18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10F4D3-FB47-4925-ACF8-505BA7557CA3}"/>
              </a:ext>
            </a:extLst>
          </p:cNvPr>
          <p:cNvSpPr/>
          <p:nvPr/>
        </p:nvSpPr>
        <p:spPr>
          <a:xfrm>
            <a:off x="3046943" y="2912238"/>
            <a:ext cx="60960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DBU_Per_Micron 2000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DieArea_LL 83600 71820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DieArea_UR 104400 91200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Site_Width 400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Site_Height 3420</a:t>
            </a:r>
          </a:p>
          <a:p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Name LLX LLY Width Height Type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inst2015 85600 78660 3200 3420 CELL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inst2591 88800 85500 4400 3420 CELL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inst2908 94800 82080 2800 3420 CELL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…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8ADE3-6D42-424D-9122-719353E65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detail_placement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legalization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219349-D77A-4DB1-BE4E-6F278438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detail_placement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have some statistics.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EEE888-E24D-400D-945E-DC3A7176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153473A-CDC0-403F-81DC-9A1B3E1E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998" y="2448836"/>
            <a:ext cx="8198003" cy="435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9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34F22A-E5A3-450C-BBE0-ACF94B81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information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23D5B4-334C-44B5-B53C-1DED5F3A2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inspector shows the information such as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inst_name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status, orientation, bounding box, width, height.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5E637D-47E5-43D0-A3AA-4C5CB7CB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82353E-D813-487C-9A1A-EC0E2CC42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05" y="2338651"/>
            <a:ext cx="11019475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49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2ABE-5CBD-4A89-9F6A-5A4C55B8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place_cell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82371-B118-45BA-95FE-65653241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4B96318-B56F-4321-B95B-04219DD1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73" y="3631862"/>
            <a:ext cx="5000404" cy="26824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402A3ED-6655-46E8-9722-6E8765FC2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89" y="1901856"/>
            <a:ext cx="9467869" cy="118067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7063B57-5955-46ED-882F-47CF973CD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072" y="3632335"/>
            <a:ext cx="5199503" cy="2682000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69B5CC0A-DE32-4BA2-BFD5-684FD99E15BD}"/>
              </a:ext>
            </a:extLst>
          </p:cNvPr>
          <p:cNvSpPr/>
          <p:nvPr/>
        </p:nvSpPr>
        <p:spPr>
          <a:xfrm>
            <a:off x="5480720" y="473078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55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8EFB9DE-D60F-4899-89C9-7843F82AA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83" y="2516700"/>
            <a:ext cx="5933333" cy="410476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961D3E1-85A3-4F6F-9F09-09CD1500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46F188-B9F6-4765-B399-261CA6281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On-site: Cells must be placed with their bottom-left corner aligned to the site grid defined by the input design data.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21EF3A-BBF1-4E8E-8C51-58EC0787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2C383C-6308-4607-B870-4CD040A8F827}"/>
              </a:ext>
            </a:extLst>
          </p:cNvPr>
          <p:cNvSpPr txBox="1"/>
          <p:nvPr/>
        </p:nvSpPr>
        <p:spPr>
          <a:xfrm>
            <a:off x="5362575" y="4942543"/>
            <a:ext cx="1323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On-site</a:t>
            </a:r>
            <a:endParaRPr lang="zh-TW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9F4245-9CC8-4668-901C-3F86660ED0A2}"/>
              </a:ext>
            </a:extLst>
          </p:cNvPr>
          <p:cNvSpPr txBox="1"/>
          <p:nvPr/>
        </p:nvSpPr>
        <p:spPr>
          <a:xfrm>
            <a:off x="7362825" y="3886200"/>
            <a:ext cx="1200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</a:t>
            </a:r>
            <a:endParaRPr lang="zh-TW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96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7A2198-3FAB-4745-90BE-60E326E3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Legality check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366FD3-87E1-4914-835A-DF99A91E1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dirty="0"/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check_placement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-verbose # return 0 if pass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69C37-E295-495C-AE1F-ED078951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960F5D-D37A-424B-A53D-FC424476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89" y="2123842"/>
            <a:ext cx="8773022" cy="466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8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6DB74-6C76-462B-AA8A-659EE974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87A2D9-50F0-4C42-92B6-EC7C9620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E53D608-E1A4-4F9F-A5A3-CC2883766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507" y="2312894"/>
            <a:ext cx="8555493" cy="454510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C4381A7-A3F1-42A9-8148-04C903FD4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38330"/>
            <a:ext cx="5669667" cy="27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8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F1C1E-AC80-4F3C-9909-24007C4D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Density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72DA54-93E2-4782-A867-F7D03F39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0E86FA-B3ED-480F-B590-45341FDFE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9773"/>
            <a:ext cx="12192000" cy="192070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DEB0232-48D8-44B9-BA43-D781B6B45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17519"/>
              </p:ext>
            </p:extLst>
          </p:nvPr>
        </p:nvGraphicFramePr>
        <p:xfrm>
          <a:off x="3851153" y="4979086"/>
          <a:ext cx="4487580" cy="1379940"/>
        </p:xfrm>
        <a:graphic>
          <a:graphicData uri="http://schemas.openxmlformats.org/drawingml/2006/table">
            <a:tbl>
              <a:tblPr/>
              <a:tblGrid>
                <a:gridCol w="822152">
                  <a:extLst>
                    <a:ext uri="{9D8B030D-6E8A-4147-A177-3AD203B41FA5}">
                      <a16:colId xmlns:a16="http://schemas.microsoft.com/office/drawing/2014/main" val="413312242"/>
                    </a:ext>
                  </a:extLst>
                </a:gridCol>
                <a:gridCol w="822152">
                  <a:extLst>
                    <a:ext uri="{9D8B030D-6E8A-4147-A177-3AD203B41FA5}">
                      <a16:colId xmlns:a16="http://schemas.microsoft.com/office/drawing/2014/main" val="3031565460"/>
                    </a:ext>
                  </a:extLst>
                </a:gridCol>
                <a:gridCol w="822152">
                  <a:extLst>
                    <a:ext uri="{9D8B030D-6E8A-4147-A177-3AD203B41FA5}">
                      <a16:colId xmlns:a16="http://schemas.microsoft.com/office/drawing/2014/main" val="2958589653"/>
                    </a:ext>
                  </a:extLst>
                </a:gridCol>
                <a:gridCol w="822152">
                  <a:extLst>
                    <a:ext uri="{9D8B030D-6E8A-4147-A177-3AD203B41FA5}">
                      <a16:colId xmlns:a16="http://schemas.microsoft.com/office/drawing/2014/main" val="944999229"/>
                    </a:ext>
                  </a:extLst>
                </a:gridCol>
                <a:gridCol w="1198972">
                  <a:extLst>
                    <a:ext uri="{9D8B030D-6E8A-4147-A177-3AD203B41FA5}">
                      <a16:colId xmlns:a16="http://schemas.microsoft.com/office/drawing/2014/main" val="917795332"/>
                    </a:ext>
                  </a:extLst>
                </a:gridCol>
              </a:tblGrid>
              <a:tr h="4599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x0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y0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x1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y1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value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214636"/>
                  </a:ext>
                </a:extLst>
              </a:tr>
              <a:tr h="45998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35.91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63.88235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70874"/>
                  </a:ext>
                </a:extLst>
              </a:tr>
              <a:tr h="45998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35.91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17.64706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687920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B50C642-ADB7-4DDA-ADD0-B634A289F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237"/>
            <a:ext cx="10515600" cy="4503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dump_heatmap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"Placement" “&lt;path to csv&gt;”</a:t>
            </a:r>
          </a:p>
        </p:txBody>
      </p:sp>
    </p:spTree>
    <p:extLst>
      <p:ext uri="{BB962C8B-B14F-4D97-AF65-F5344CB8AC3E}">
        <p14:creationId xmlns:p14="http://schemas.microsoft.com/office/powerpoint/2010/main" val="392832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C1139-7AFB-458C-8C7C-2795CB0A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9D6788-C1BD-467B-BDFF-1ACC1D76A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flow.tcl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Overall flow wrapper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extract.tcl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Extract input.gp</a:t>
            </a:r>
          </a:p>
          <a:p>
            <a:pPr marL="457200" indent="-45720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mobaxterm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connect to the server,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ip:140.113.30.188:7405</a:t>
            </a:r>
          </a:p>
          <a:p>
            <a:pPr marL="914400" lvl="1" indent="-45720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Account: same</a:t>
            </a:r>
          </a:p>
          <a:p>
            <a:pPr marL="914400" lvl="1" indent="-45720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Password: nycu2026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0E9EAA-0B29-4956-A270-7B19D6EE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AF6D-83DE-42EB-99D6-C4929EB28A2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88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YCU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45006</TotalTime>
  <Words>365</Words>
  <Application>Microsoft Office PowerPoint</Application>
  <PresentationFormat>寬螢幕</PresentationFormat>
  <Paragraphs>89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Times New Roman</vt:lpstr>
      <vt:lpstr>Wingdings</vt:lpstr>
      <vt:lpstr>Office 佈景主題</vt:lpstr>
      <vt:lpstr>PDA Lab3 OpenROAD Tutorial    Advisor: Mark Po-Hung Lin TA: 吳瑞宸 林酩荏</vt:lpstr>
      <vt:lpstr>Introduction</vt:lpstr>
      <vt:lpstr>Flow</vt:lpstr>
      <vt:lpstr>Openroad</vt:lpstr>
      <vt:lpstr>Load files (lef)</vt:lpstr>
      <vt:lpstr>Load files (def)</vt:lpstr>
      <vt:lpstr>global_placement</vt:lpstr>
      <vt:lpstr>extract</vt:lpstr>
      <vt:lpstr>detail_placement &amp; legalization</vt:lpstr>
      <vt:lpstr>Cell information</vt:lpstr>
      <vt:lpstr>place_cell</vt:lpstr>
      <vt:lpstr>Legality</vt:lpstr>
      <vt:lpstr>Legality check</vt:lpstr>
      <vt:lpstr>Heatmap</vt:lpstr>
      <vt:lpstr>Heatmap Density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Racine</dc:creator>
  <cp:lastModifiedBy>Racine</cp:lastModifiedBy>
  <cp:revision>619</cp:revision>
  <dcterms:created xsi:type="dcterms:W3CDTF">2021-09-04T07:36:36Z</dcterms:created>
  <dcterms:modified xsi:type="dcterms:W3CDTF">2026-05-10T12:32:06Z</dcterms:modified>
</cp:coreProperties>
</file>